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7" autoAdjust="0"/>
    <p:restoredTop sz="94610"/>
  </p:normalViewPr>
  <p:slideViewPr>
    <p:cSldViewPr snapToGrid="0" snapToObjects="1">
      <p:cViewPr>
        <p:scale>
          <a:sx n="105" d="100"/>
          <a:sy n="105" d="100"/>
        </p:scale>
        <p:origin x="2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00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loud_dashboard.jpg"/>
          <p:cNvPicPr>
            <a:picLocks noChangeAspect="1"/>
          </p:cNvPicPr>
          <p:nvPr/>
        </p:nvPicPr>
        <p:blipFill>
          <a:blip r:embed="rId3"/>
          <a:srcRect l="12174" r="12174"/>
          <a:stretch/>
        </p:blipFill>
        <p:spPr>
          <a:xfrm>
            <a:off x="7543800" y="777240"/>
            <a:ext cx="3977640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58368"/>
            <a:ext cx="246888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Hackathon Presentation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1234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18288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CloudOps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Copilot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03504" y="3364992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 human-in-the-loop AI assistant for safer cloud operations decisions.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</a:rPr>
              <a:t>Team Members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" y="470916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0664" y="4818888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52144" y="4745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Akshita Modi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3547872" y="470916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66744" y="4818888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078224" y="4745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FAFC"/>
                </a:solidFill>
              </a:rPr>
              <a:t>Mrunali Manohar Vaidya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21792" y="536752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" y="547725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52144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FAFC"/>
                </a:solidFill>
              </a:rPr>
              <a:t>Khanh Duy Bui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3547872" y="53675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66744" y="547725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078224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FAFC"/>
                </a:solidFill>
              </a:rPr>
              <a:t>Sunishi Hegde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loud_dashboard.jpg"/>
          <p:cNvPicPr>
            <a:picLocks noChangeAspect="1"/>
          </p:cNvPicPr>
          <p:nvPr/>
        </p:nvPicPr>
        <p:blipFill>
          <a:blip r:embed="rId3"/>
          <a:srcRect l="12821" r="12821"/>
          <a:stretch/>
        </p:blipFill>
        <p:spPr>
          <a:xfrm>
            <a:off x="7498080" y="685800"/>
            <a:ext cx="3977640" cy="5349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658368"/>
            <a:ext cx="338328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Track 3: Human-in-the-Loop AI Assistant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13258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CloudOps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Copilot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603504" y="3337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</a:rPr>
              <a:t>An AI assistant that turns cloud metrics and runbooks into safe, human-approved action paths.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8368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Metrics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CSV/JSON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Runbooks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Docs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05072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78424" y="4892040"/>
            <a:ext cx="1417320" cy="7315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Human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Approval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57400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30752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04104" y="5257800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cloud signals overwhelm junior ops teams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0476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Making the wrong cloud action can affect uptime, cost, or security.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idle_cloud.jpg"/>
          <p:cNvPicPr>
            <a:picLocks noChangeAspect="1"/>
          </p:cNvPicPr>
          <p:nvPr/>
        </p:nvPicPr>
        <p:blipFill>
          <a:blip r:embed="rId3"/>
          <a:srcRect l="23928" r="23928"/>
          <a:stretch/>
        </p:blipFill>
        <p:spPr>
          <a:xfrm>
            <a:off x="6903720" y="1325880"/>
            <a:ext cx="4617720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41732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many inputs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13055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CPU, memory, network, disk, tags, alerts, idle time, production flags, costs, and runbook rules all arrive together.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06324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much risk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7764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Stopping or deleting the wrong resource can cause application downtime or create security gaps.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4617720"/>
            <a:ext cx="251460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Too little guidance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533095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A junior engineer needs explainable paths, not just a single black-box answer.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84633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recommend action paths, but never execute blindly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157019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The AI explains, ranks, and logs. The human decides.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7492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274320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0" y="2743200"/>
            <a:ext cx="9601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205740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Cloud metrics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CSV / JSON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141732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Runbook docs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CRUD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89320" y="2148840"/>
            <a:ext cx="1417320" cy="1188720"/>
          </a:xfrm>
          <a:prstGeom prst="roundRect">
            <a:avLst/>
          </a:prstGeom>
          <a:solidFill>
            <a:srgbClr val="102A4B"/>
          </a:solidFill>
          <a:ln w="14605">
            <a:solidFill>
              <a:srgbClr val="8B5C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Reasoning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1371600" cy="118872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3 paths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pros / cons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52760" y="1993392"/>
            <a:ext cx="987552" cy="1508760"/>
          </a:xfrm>
          <a:prstGeom prst="roundRect">
            <a:avLst/>
          </a:prstGeom>
          <a:solidFill>
            <a:srgbClr val="10B981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Approve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Edit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Reject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Output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607040" cy="512064"/>
          </a:xfrm>
          <a:prstGeom prst="roundRect">
            <a:avLst/>
          </a:prstGeom>
          <a:solidFill>
            <a:srgbClr val="102A4B"/>
          </a:solidFill>
          <a:ln>
            <a:solidFill>
              <a:srgbClr val="22D3EE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"Idle VM detected: low CPU, no network traffic, tagged dev. Recommended path: stop instance after owner approval."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" y="55046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</a:rPr>
              <a:t>Mock action only: no live cloud execution in MVP.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434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workflow: a controlled loop, not a one-way automation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Every recommendation comes back to a human approval gate.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hitl_workflow.png"/>
          <p:cNvPicPr>
            <a:picLocks noChangeAspect="1"/>
          </p:cNvPicPr>
          <p:nvPr/>
        </p:nvPicPr>
        <p:blipFill>
          <a:blip r:embed="rId3"/>
          <a:srcRect l="15320" r="15320"/>
          <a:stretch/>
        </p:blipFill>
        <p:spPr>
          <a:xfrm>
            <a:off x="6812280" y="1325880"/>
            <a:ext cx="470916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06040" y="2057400"/>
            <a:ext cx="109728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2468880"/>
            <a:ext cx="0" cy="1733727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26280" y="4617720"/>
            <a:ext cx="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783080" y="4297680"/>
            <a:ext cx="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1645920"/>
            <a:ext cx="173736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1. Request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+ docs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1645920"/>
            <a:ext cx="210312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8B5C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2. AI draft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03320" y="4251960"/>
            <a:ext cx="214884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3. Approve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Edit / Reject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251960"/>
            <a:ext cx="1737360" cy="8229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4. Mock action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+ log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88920" y="2788920"/>
            <a:ext cx="1143000" cy="114300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80360" y="324566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HITL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120" y="553212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BD5E1"/>
                </a:solidFill>
              </a:rPr>
              <a:t>The system improves the next suggestion based on the user decision and action log.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05</a:t>
            </a:r>
            <a:endParaRPr lang="en-US" sz="7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311AF57-35F8-BA69-EF9B-0593348D9E35}"/>
              </a:ext>
            </a:extLst>
          </p:cNvPr>
          <p:cNvSpPr/>
          <p:nvPr/>
        </p:nvSpPr>
        <p:spPr>
          <a:xfrm flipH="1">
            <a:off x="2606040" y="4662330"/>
            <a:ext cx="109728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9923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design: three paths for one cloud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17131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The agent gives options, trade-offs, risk labels, and steps.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514214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77939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</a:rPr>
              <a:t>Path A: Cost save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18172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Stop idle VM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514214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77939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Path B: Stabilize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18172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Resize / schedule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514214"/>
            <a:ext cx="3246120" cy="4389120"/>
          </a:xfrm>
          <a:prstGeom prst="roundRect">
            <a:avLst/>
          </a:prstGeom>
          <a:solidFill>
            <a:srgbClr val="0F223B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177939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Path C: Investigate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218172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Ask for more metrics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684646"/>
            <a:ext cx="1371600" cy="310896"/>
          </a:xfrm>
          <a:prstGeom prst="round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13270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1. Confirm non-prod tag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2. Notify owner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3. Stop instance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4. Log action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914400" y="4266558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53173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Pros: immediate savings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Cons: may delay dev work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4663440" y="2684646"/>
            <a:ext cx="13716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13270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1. Check trend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2. Right-size CPU/RAM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3. Add schedule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4. Recheck in 24h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4663440" y="4266558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53173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Pros: safer than stop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Cons: slower savings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412480" y="2684646"/>
            <a:ext cx="137160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FAFC"/>
                </a:solidFill>
              </a:rPr>
              <a:t>Risk: Needs info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313270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1. Ask for owner tag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2. Request 7-day usage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3. Verify dependency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</a:rPr>
              <a:t>4. Re-run advice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8412480" y="4266558"/>
            <a:ext cx="265176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0" y="453173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Pros: avoids blind action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CBD5E1"/>
                </a:solidFill>
              </a:rPr>
              <a:t>Cons: no immediate action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062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and safety are product features, not add-ons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92354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Guardrails make the assistant usable for real operations workflows.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pic>
        <p:nvPicPr>
          <p:cNvPr id="8" name="Image 0" descr="/mnt/data/cloud_security.png"/>
          <p:cNvPicPr>
            <a:picLocks noChangeAspect="1"/>
          </p:cNvPicPr>
          <p:nvPr/>
        </p:nvPicPr>
        <p:blipFill>
          <a:blip r:embed="rId3"/>
          <a:srcRect l="7167" r="7167"/>
          <a:stretch/>
        </p:blipFill>
        <p:spPr>
          <a:xfrm>
            <a:off x="6583680" y="1325880"/>
            <a:ext cx="4983480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4736592"/>
            <a:ext cx="96926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554480" y="4187952"/>
            <a:ext cx="566928" cy="5669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67335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PII warning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flags secrets, keys, customer data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4187952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5371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6616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Risk label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1188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low / medium / high per path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0" y="4187952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3407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Approval gate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approve, edit, or reject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195560" y="4187952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14432" y="4352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26880" y="5074920"/>
            <a:ext cx="2286000" cy="438912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Block action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72600" y="5650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refuse unsafe delete-prod requests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85800" y="1554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Safety promise: AI can recommend. Only a human can finalize a mock action.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13232" y="26334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This directly addresses the hackathon requirement for safety checks, logging, and human review.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59297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script: one success path and one safe failure path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15911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 short live demo can prove value without connecting to real cloud accounts.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2390462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2390462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89320" y="2390462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2390462"/>
            <a:ext cx="1371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33262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Idle VM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found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933262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Recommend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stop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33262"/>
            <a:ext cx="1097280" cy="914400"/>
          </a:xfrm>
          <a:prstGeom prst="roundRect">
            <a:avLst/>
          </a:prstGeom>
          <a:solidFill>
            <a:srgbClr val="10B981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Approve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1933262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Mock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29800" y="1933262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Logged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47369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Success demo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4663440"/>
            <a:ext cx="1371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20440" y="4663440"/>
            <a:ext cx="1371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4663440"/>
            <a:ext cx="1371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58200" y="4663440"/>
            <a:ext cx="13716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"Delete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production"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High-risk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label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206240"/>
            <a:ext cx="1097280" cy="914400"/>
          </a:xfrm>
          <a:prstGeom prst="roundRect">
            <a:avLst/>
          </a:prstGeom>
          <a:solidFill>
            <a:srgbClr val="EF4444"/>
          </a:solidFill>
          <a:ln w="14605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Refuse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block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Ask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metrics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29800" y="4206240"/>
            <a:ext cx="1097280" cy="91440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Logged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Safe failure demo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" y="5897880"/>
            <a:ext cx="7411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Expected audience takeaway: the agent is useful because it knows when not to act.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scope: simple, demoable, and aligned with requirements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Build the minimum loop first, then improve recommendation quality.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074920" cy="4617720"/>
          </a:xfrm>
          <a:prstGeom prst="roundRect">
            <a:avLst/>
          </a:prstGeom>
          <a:solidFill>
            <a:srgbClr val="0F223B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Core components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08483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1732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Request + document CRUD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23682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user can enter tasks and update runbooks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8346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1732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Mock metrics ingestion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0266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CloudWatch-style CSV / JSON input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49300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Reasoning agent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17320" y="3685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explain metrics + 3 action paths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405993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15137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1732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Approval loop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43434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approve / edit / reject before finalization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7183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80974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417320" y="4700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Action log + warning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0017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records every step and flags sensitive info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1325880"/>
            <a:ext cx="5074920" cy="4617720"/>
          </a:xfrm>
          <a:prstGeom prst="roundRect">
            <a:avLst/>
          </a:prstGeom>
          <a:solidFill>
            <a:srgbClr val="0A1B32"/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08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Mock metrics sample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2148840"/>
            <a:ext cx="4343400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resource_id, env, cpu_avg, mem_avg, net_in, cost_day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ec2-dev-04, dev, 2%, 11%, 0.1GB, $4.20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ec2-prod-01, prod, 68%, 74%, 14GB, $31.90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rds-test-02, test, missing, 22%, 0GB, $18.10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20840" y="3703320"/>
            <a:ext cx="4343400" cy="0"/>
          </a:xfrm>
          <a:prstGeom prst="line">
            <a:avLst/>
          </a:prstGeom>
          <a:noFill/>
          <a:ln w="10160">
            <a:solidFill>
              <a:srgbClr val="94A3B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Agent output format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4370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Summary -&gt; 3 paths -&gt; risk label -&gt; steps -&gt; pros/cons -&gt; approval prompt -&gt; log event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48-hour build plan: get to a convincing live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Focus on the experience judges can understand in under five minutes.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0" y="420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D3EE"/>
                </a:solidFill>
              </a:rPr>
              <a:t>CloudOps Decision Copilot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127248"/>
            <a:ext cx="996696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27889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4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0-6h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Validate +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6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CBD5E1"/>
                </a:solidFill>
              </a:rPr>
              <a:t>Finalize user story, create mock metrics, draft runbooks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3127248" y="27889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00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6-18h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61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App shell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532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CBD5E1"/>
                </a:solidFill>
              </a:rPr>
              <a:t>Upload/request UI, document CRUD, simple log view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5413248" y="278892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86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18-30h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7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Agent loop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18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CBD5E1"/>
                </a:solidFill>
              </a:rPr>
              <a:t>Generate 3 action paths with risk labels and pros/cons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72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16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30-42h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33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Safety + approval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04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CBD5E1"/>
                </a:solidFill>
              </a:rPr>
              <a:t>PII warning, high-risk block, approve/edit/reject flow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9985248" y="278892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8FA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58984" y="29992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02368" y="2176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42-48h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19488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</a:rPr>
              <a:t>Polish demo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90888" y="40965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CBD5E1"/>
                </a:solidFill>
              </a:rPr>
              <a:t>Success + failure script, slides, judging story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10789920" cy="566928"/>
          </a:xfrm>
          <a:prstGeom prst="roundRect">
            <a:avLst/>
          </a:prstGeom>
          <a:solidFill>
            <a:srgbClr val="102A4B"/>
          </a:solidFill>
          <a:ln w="1397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6235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F8FAFC"/>
                </a:solidFill>
              </a:rPr>
              <a:t>Final hackathon deliverable: a working human-in-the-loop demo that recommends safe cloud actions, blocks risky requests, and logs every step.</a:t>
            </a:r>
            <a:endParaRPr lang="en-US" sz="1470" dirty="0"/>
          </a:p>
        </p:txBody>
      </p:sp>
      <p:sp>
        <p:nvSpPr>
          <p:cNvPr id="36" name="Text 34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Questions, feedback, and judging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30432" y="4384548"/>
            <a:ext cx="14173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Cloud metrics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87832" y="4384548"/>
            <a:ext cx="14173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3 safe paths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45232" y="4384548"/>
            <a:ext cx="1645920" cy="594360"/>
          </a:xfrm>
          <a:prstGeom prst="roundRect">
            <a:avLst/>
          </a:prstGeom>
          <a:solidFill>
            <a:srgbClr val="0F223B"/>
          </a:solidFill>
          <a:ln w="14605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Human approval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47752" y="4681728"/>
            <a:ext cx="64008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05152" y="4681728"/>
            <a:ext cx="64008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CloudOps Decision Copilot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7572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934</Words>
  <Application>Microsoft Office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CloudOps Decision Copilot</dc:title>
  <dc:subject>Hackathon presentation for a human-in-the-loop cloud operations AI assistant</dc:subject>
  <dc:creator>OpenAI</dc:creator>
  <cp:lastModifiedBy>Khanh Duy Bui</cp:lastModifiedBy>
  <cp:revision>2</cp:revision>
  <dcterms:created xsi:type="dcterms:W3CDTF">2026-07-31T23:38:56Z</dcterms:created>
  <dcterms:modified xsi:type="dcterms:W3CDTF">2026-08-01T05:10:11Z</dcterms:modified>
</cp:coreProperties>
</file>